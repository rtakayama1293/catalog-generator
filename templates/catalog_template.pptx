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879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758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637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515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395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273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152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030" algn="l" defTabSz="419879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0" userDrawn="1">
          <p15:clr>
            <a:srgbClr val="A4A3A4"/>
          </p15:clr>
        </p15:guide>
        <p15:guide id="2" pos="1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128" y="-2155"/>
      </p:cViewPr>
      <p:guideLst>
        <p:guide orient="horz" pos="2830"/>
        <p:guide pos="18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0020" y="2790482"/>
            <a:ext cx="4986896" cy="19254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0041" y="5090238"/>
            <a:ext cx="4106855" cy="22955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83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66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49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32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1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98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65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448" y="5772263"/>
            <a:ext cx="4986896" cy="1784078"/>
          </a:xfrm>
        </p:spPr>
        <p:txBody>
          <a:bodyPr anchor="t"/>
          <a:lstStyle>
            <a:lvl1pPr algn="l">
              <a:defRPr sz="510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448" y="3807282"/>
            <a:ext cx="4986896" cy="1964981"/>
          </a:xfrm>
        </p:spPr>
        <p:txBody>
          <a:bodyPr anchor="b"/>
          <a:lstStyle>
            <a:lvl1pPr marL="0" indent="0">
              <a:buNone/>
              <a:defRPr sz="2551">
                <a:solidFill>
                  <a:schemeClr val="tx1">
                    <a:tint val="75000"/>
                  </a:schemeClr>
                </a:solidFill>
              </a:defRPr>
            </a:lvl1pPr>
            <a:lvl2pPr marL="583159" indent="0">
              <a:buNone/>
              <a:defRPr sz="2296">
                <a:solidFill>
                  <a:schemeClr val="tx1">
                    <a:tint val="75000"/>
                  </a:schemeClr>
                </a:solidFill>
              </a:defRPr>
            </a:lvl2pPr>
            <a:lvl3pPr marL="1166317" indent="0">
              <a:buNone/>
              <a:defRPr sz="2041">
                <a:solidFill>
                  <a:schemeClr val="tx1">
                    <a:tint val="75000"/>
                  </a:schemeClr>
                </a:solidFill>
              </a:defRPr>
            </a:lvl3pPr>
            <a:lvl4pPr marL="1749476" indent="0">
              <a:buNone/>
              <a:defRPr sz="1786">
                <a:solidFill>
                  <a:schemeClr val="tx1">
                    <a:tint val="75000"/>
                  </a:schemeClr>
                </a:solidFill>
              </a:defRPr>
            </a:lvl4pPr>
            <a:lvl5pPr marL="2332634" indent="0">
              <a:buNone/>
              <a:defRPr sz="1786">
                <a:solidFill>
                  <a:schemeClr val="tx1">
                    <a:tint val="75000"/>
                  </a:schemeClr>
                </a:solidFill>
              </a:defRPr>
            </a:lvl5pPr>
            <a:lvl6pPr marL="2915793" indent="0">
              <a:buNone/>
              <a:defRPr sz="1786">
                <a:solidFill>
                  <a:schemeClr val="tx1">
                    <a:tint val="75000"/>
                  </a:schemeClr>
                </a:solidFill>
              </a:defRPr>
            </a:lvl6pPr>
            <a:lvl7pPr marL="3498952" indent="0">
              <a:buNone/>
              <a:defRPr sz="1786">
                <a:solidFill>
                  <a:schemeClr val="tx1">
                    <a:tint val="75000"/>
                  </a:schemeClr>
                </a:solidFill>
              </a:defRPr>
            </a:lvl7pPr>
            <a:lvl8pPr marL="4082110" indent="0">
              <a:buNone/>
              <a:defRPr sz="1786">
                <a:solidFill>
                  <a:schemeClr val="tx1">
                    <a:tint val="75000"/>
                  </a:schemeClr>
                </a:solidFill>
              </a:defRPr>
            </a:lvl8pPr>
            <a:lvl9pPr marL="4665269" indent="0">
              <a:buNone/>
              <a:defRPr sz="17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47" y="2095980"/>
            <a:ext cx="2591229" cy="5928214"/>
          </a:xfrm>
        </p:spPr>
        <p:txBody>
          <a:bodyPr/>
          <a:lstStyle>
            <a:lvl1pPr>
              <a:defRPr sz="3571"/>
            </a:lvl1pPr>
            <a:lvl2pPr>
              <a:defRPr sz="3061"/>
            </a:lvl2pPr>
            <a:lvl3pPr>
              <a:defRPr sz="2551"/>
            </a:lvl3pPr>
            <a:lvl4pPr>
              <a:defRPr sz="2296"/>
            </a:lvl4pPr>
            <a:lvl5pPr>
              <a:defRPr sz="2296"/>
            </a:lvl5pPr>
            <a:lvl6pPr>
              <a:defRPr sz="2296"/>
            </a:lvl6pPr>
            <a:lvl7pPr>
              <a:defRPr sz="2296"/>
            </a:lvl7pPr>
            <a:lvl8pPr>
              <a:defRPr sz="2296"/>
            </a:lvl8pPr>
            <a:lvl9pPr>
              <a:defRPr sz="22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82360" y="2095980"/>
            <a:ext cx="2591229" cy="5928214"/>
          </a:xfrm>
        </p:spPr>
        <p:txBody>
          <a:bodyPr/>
          <a:lstStyle>
            <a:lvl1pPr>
              <a:defRPr sz="3571"/>
            </a:lvl1pPr>
            <a:lvl2pPr>
              <a:defRPr sz="3061"/>
            </a:lvl2pPr>
            <a:lvl3pPr>
              <a:defRPr sz="2551"/>
            </a:lvl3pPr>
            <a:lvl4pPr>
              <a:defRPr sz="2296"/>
            </a:lvl4pPr>
            <a:lvl5pPr>
              <a:defRPr sz="2296"/>
            </a:lvl5pPr>
            <a:lvl6pPr>
              <a:defRPr sz="2296"/>
            </a:lvl6pPr>
            <a:lvl7pPr>
              <a:defRPr sz="2296"/>
            </a:lvl7pPr>
            <a:lvl8pPr>
              <a:defRPr sz="2296"/>
            </a:lvl8pPr>
            <a:lvl9pPr>
              <a:defRPr sz="22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48" y="2010727"/>
            <a:ext cx="2592248" cy="837976"/>
          </a:xfrm>
        </p:spPr>
        <p:txBody>
          <a:bodyPr anchor="b"/>
          <a:lstStyle>
            <a:lvl1pPr marL="0" indent="0">
              <a:buNone/>
              <a:defRPr sz="3061" b="1"/>
            </a:lvl1pPr>
            <a:lvl2pPr marL="583159" indent="0">
              <a:buNone/>
              <a:defRPr sz="2551" b="1"/>
            </a:lvl2pPr>
            <a:lvl3pPr marL="1166317" indent="0">
              <a:buNone/>
              <a:defRPr sz="2296" b="1"/>
            </a:lvl3pPr>
            <a:lvl4pPr marL="1749476" indent="0">
              <a:buNone/>
              <a:defRPr sz="2041" b="1"/>
            </a:lvl4pPr>
            <a:lvl5pPr marL="2332634" indent="0">
              <a:buNone/>
              <a:defRPr sz="2041" b="1"/>
            </a:lvl5pPr>
            <a:lvl6pPr marL="2915793" indent="0">
              <a:buNone/>
              <a:defRPr sz="2041" b="1"/>
            </a:lvl6pPr>
            <a:lvl7pPr marL="3498952" indent="0">
              <a:buNone/>
              <a:defRPr sz="2041" b="1"/>
            </a:lvl7pPr>
            <a:lvl8pPr marL="4082110" indent="0">
              <a:buNone/>
              <a:defRPr sz="2041" b="1"/>
            </a:lvl8pPr>
            <a:lvl9pPr marL="4665269" indent="0">
              <a:buNone/>
              <a:defRPr sz="20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48" y="2848704"/>
            <a:ext cx="2592248" cy="5175490"/>
          </a:xfrm>
        </p:spPr>
        <p:txBody>
          <a:bodyPr/>
          <a:lstStyle>
            <a:lvl1pPr>
              <a:defRPr sz="3061"/>
            </a:lvl1pPr>
            <a:lvl2pPr>
              <a:defRPr sz="2551"/>
            </a:lvl2pPr>
            <a:lvl3pPr>
              <a:defRPr sz="2296"/>
            </a:lvl3pPr>
            <a:lvl4pPr>
              <a:defRPr sz="2041"/>
            </a:lvl4pPr>
            <a:lvl5pPr>
              <a:defRPr sz="2041"/>
            </a:lvl5pPr>
            <a:lvl6pPr>
              <a:defRPr sz="2041"/>
            </a:lvl6pPr>
            <a:lvl7pPr>
              <a:defRPr sz="2041"/>
            </a:lvl7pPr>
            <a:lvl8pPr>
              <a:defRPr sz="2041"/>
            </a:lvl8pPr>
            <a:lvl9pPr>
              <a:defRPr sz="20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80321" y="2010727"/>
            <a:ext cx="2593268" cy="837976"/>
          </a:xfrm>
        </p:spPr>
        <p:txBody>
          <a:bodyPr anchor="b"/>
          <a:lstStyle>
            <a:lvl1pPr marL="0" indent="0">
              <a:buNone/>
              <a:defRPr sz="3061" b="1"/>
            </a:lvl1pPr>
            <a:lvl2pPr marL="583159" indent="0">
              <a:buNone/>
              <a:defRPr sz="2551" b="1"/>
            </a:lvl2pPr>
            <a:lvl3pPr marL="1166317" indent="0">
              <a:buNone/>
              <a:defRPr sz="2296" b="1"/>
            </a:lvl3pPr>
            <a:lvl4pPr marL="1749476" indent="0">
              <a:buNone/>
              <a:defRPr sz="2041" b="1"/>
            </a:lvl4pPr>
            <a:lvl5pPr marL="2332634" indent="0">
              <a:buNone/>
              <a:defRPr sz="2041" b="1"/>
            </a:lvl5pPr>
            <a:lvl6pPr marL="2915793" indent="0">
              <a:buNone/>
              <a:defRPr sz="2041" b="1"/>
            </a:lvl6pPr>
            <a:lvl7pPr marL="3498952" indent="0">
              <a:buNone/>
              <a:defRPr sz="2041" b="1"/>
            </a:lvl7pPr>
            <a:lvl8pPr marL="4082110" indent="0">
              <a:buNone/>
              <a:defRPr sz="2041" b="1"/>
            </a:lvl8pPr>
            <a:lvl9pPr marL="4665269" indent="0">
              <a:buNone/>
              <a:defRPr sz="20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80321" y="2848704"/>
            <a:ext cx="2593268" cy="5175490"/>
          </a:xfrm>
        </p:spPr>
        <p:txBody>
          <a:bodyPr/>
          <a:lstStyle>
            <a:lvl1pPr>
              <a:defRPr sz="3061"/>
            </a:lvl1pPr>
            <a:lvl2pPr>
              <a:defRPr sz="2551"/>
            </a:lvl2pPr>
            <a:lvl3pPr>
              <a:defRPr sz="2296"/>
            </a:lvl3pPr>
            <a:lvl4pPr>
              <a:defRPr sz="2041"/>
            </a:lvl4pPr>
            <a:lvl5pPr>
              <a:defRPr sz="2041"/>
            </a:lvl5pPr>
            <a:lvl6pPr>
              <a:defRPr sz="2041"/>
            </a:lvl6pPr>
            <a:lvl7pPr>
              <a:defRPr sz="2041"/>
            </a:lvl7pPr>
            <a:lvl8pPr>
              <a:defRPr sz="2041"/>
            </a:lvl8pPr>
            <a:lvl9pPr>
              <a:defRPr sz="20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47" y="357648"/>
            <a:ext cx="1930181" cy="1522081"/>
          </a:xfrm>
        </p:spPr>
        <p:txBody>
          <a:bodyPr anchor="b"/>
          <a:lstStyle>
            <a:lvl1pPr algn="l">
              <a:defRPr sz="255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3810" y="357648"/>
            <a:ext cx="3279780" cy="7666546"/>
          </a:xfrm>
        </p:spPr>
        <p:txBody>
          <a:bodyPr/>
          <a:lstStyle>
            <a:lvl1pPr>
              <a:defRPr sz="4082"/>
            </a:lvl1pPr>
            <a:lvl2pPr>
              <a:defRPr sz="3571"/>
            </a:lvl2pPr>
            <a:lvl3pPr>
              <a:defRPr sz="3061"/>
            </a:lvl3pPr>
            <a:lvl4pPr>
              <a:defRPr sz="2551"/>
            </a:lvl4pPr>
            <a:lvl5pPr>
              <a:defRPr sz="2551"/>
            </a:lvl5pPr>
            <a:lvl6pPr>
              <a:defRPr sz="2551"/>
            </a:lvl6pPr>
            <a:lvl7pPr>
              <a:defRPr sz="2551"/>
            </a:lvl7pPr>
            <a:lvl8pPr>
              <a:defRPr sz="2551"/>
            </a:lvl8pPr>
            <a:lvl9pPr>
              <a:defRPr sz="25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3347" y="1879728"/>
            <a:ext cx="1930181" cy="6144466"/>
          </a:xfrm>
        </p:spPr>
        <p:txBody>
          <a:bodyPr/>
          <a:lstStyle>
            <a:lvl1pPr marL="0" indent="0">
              <a:buNone/>
              <a:defRPr sz="1786"/>
            </a:lvl1pPr>
            <a:lvl2pPr marL="583159" indent="0">
              <a:buNone/>
              <a:defRPr sz="1531"/>
            </a:lvl2pPr>
            <a:lvl3pPr marL="1166317" indent="0">
              <a:buNone/>
              <a:defRPr sz="1276"/>
            </a:lvl3pPr>
            <a:lvl4pPr marL="1749476" indent="0">
              <a:buNone/>
              <a:defRPr sz="1148"/>
            </a:lvl4pPr>
            <a:lvl5pPr marL="2332634" indent="0">
              <a:buNone/>
              <a:defRPr sz="1148"/>
            </a:lvl5pPr>
            <a:lvl6pPr marL="2915793" indent="0">
              <a:buNone/>
              <a:defRPr sz="1148"/>
            </a:lvl6pPr>
            <a:lvl7pPr marL="3498952" indent="0">
              <a:buNone/>
              <a:defRPr sz="1148"/>
            </a:lvl7pPr>
            <a:lvl8pPr marL="4082110" indent="0">
              <a:buNone/>
              <a:defRPr sz="1148"/>
            </a:lvl8pPr>
            <a:lvl9pPr marL="4665269" indent="0">
              <a:buNone/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961" y="6287941"/>
            <a:ext cx="3520162" cy="742326"/>
          </a:xfrm>
        </p:spPr>
        <p:txBody>
          <a:bodyPr anchor="b"/>
          <a:lstStyle>
            <a:lvl1pPr algn="l">
              <a:defRPr sz="255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9961" y="802628"/>
            <a:ext cx="3520162" cy="5389662"/>
          </a:xfrm>
        </p:spPr>
        <p:txBody>
          <a:bodyPr/>
          <a:lstStyle>
            <a:lvl1pPr marL="0" indent="0">
              <a:buNone/>
              <a:defRPr sz="4082"/>
            </a:lvl1pPr>
            <a:lvl2pPr marL="583159" indent="0">
              <a:buNone/>
              <a:defRPr sz="3571"/>
            </a:lvl2pPr>
            <a:lvl3pPr marL="1166317" indent="0">
              <a:buNone/>
              <a:defRPr sz="3061"/>
            </a:lvl3pPr>
            <a:lvl4pPr marL="1749476" indent="0">
              <a:buNone/>
              <a:defRPr sz="2551"/>
            </a:lvl4pPr>
            <a:lvl5pPr marL="2332634" indent="0">
              <a:buNone/>
              <a:defRPr sz="2551"/>
            </a:lvl5pPr>
            <a:lvl6pPr marL="2915793" indent="0">
              <a:buNone/>
              <a:defRPr sz="2551"/>
            </a:lvl6pPr>
            <a:lvl7pPr marL="3498952" indent="0">
              <a:buNone/>
              <a:defRPr sz="2551"/>
            </a:lvl7pPr>
            <a:lvl8pPr marL="4082110" indent="0">
              <a:buNone/>
              <a:defRPr sz="2551"/>
            </a:lvl8pPr>
            <a:lvl9pPr marL="4665269" indent="0">
              <a:buNone/>
              <a:defRPr sz="255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9961" y="7030267"/>
            <a:ext cx="3520162" cy="1054227"/>
          </a:xfrm>
        </p:spPr>
        <p:txBody>
          <a:bodyPr/>
          <a:lstStyle>
            <a:lvl1pPr marL="0" indent="0">
              <a:buNone/>
              <a:defRPr sz="1786"/>
            </a:lvl1pPr>
            <a:lvl2pPr marL="583159" indent="0">
              <a:buNone/>
              <a:defRPr sz="1531"/>
            </a:lvl2pPr>
            <a:lvl3pPr marL="1166317" indent="0">
              <a:buNone/>
              <a:defRPr sz="1276"/>
            </a:lvl3pPr>
            <a:lvl4pPr marL="1749476" indent="0">
              <a:buNone/>
              <a:defRPr sz="1148"/>
            </a:lvl4pPr>
            <a:lvl5pPr marL="2332634" indent="0">
              <a:buNone/>
              <a:defRPr sz="1148"/>
            </a:lvl5pPr>
            <a:lvl6pPr marL="2915793" indent="0">
              <a:buNone/>
              <a:defRPr sz="1148"/>
            </a:lvl6pPr>
            <a:lvl7pPr marL="3498952" indent="0">
              <a:buNone/>
              <a:defRPr sz="1148"/>
            </a:lvl7pPr>
            <a:lvl8pPr marL="4082110" indent="0">
              <a:buNone/>
              <a:defRPr sz="1148"/>
            </a:lvl8pPr>
            <a:lvl9pPr marL="4665269" indent="0">
              <a:buNone/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529" y="359727"/>
            <a:ext cx="1320060" cy="7664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47" y="359727"/>
            <a:ext cx="3862400" cy="7664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47" y="359728"/>
            <a:ext cx="5280242" cy="14971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47" y="2095980"/>
            <a:ext cx="5280242" cy="5928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3347" y="8325698"/>
            <a:ext cx="1368951" cy="478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4536" y="8325698"/>
            <a:ext cx="1857863" cy="478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4638" y="8325698"/>
            <a:ext cx="1368951" cy="478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83159" rtl="0" eaLnBrk="1" latinLnBrk="0" hangingPunct="1">
        <a:spcBef>
          <a:spcPct val="0"/>
        </a:spcBef>
        <a:buNone/>
        <a:defRPr sz="56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7369" indent="-437369" algn="l" defTabSz="583159" rtl="0" eaLnBrk="1" latinLnBrk="0" hangingPunct="1">
        <a:spcBef>
          <a:spcPct val="20000"/>
        </a:spcBef>
        <a:buFont typeface="Arial"/>
        <a:buChar char="•"/>
        <a:defRPr sz="4082" kern="1200">
          <a:solidFill>
            <a:schemeClr val="tx1"/>
          </a:solidFill>
          <a:latin typeface="+mn-lt"/>
          <a:ea typeface="+mn-ea"/>
          <a:cs typeface="+mn-cs"/>
        </a:defRPr>
      </a:lvl1pPr>
      <a:lvl2pPr marL="947633" indent="-364474" algn="l" defTabSz="583159" rtl="0" eaLnBrk="1" latinLnBrk="0" hangingPunct="1">
        <a:spcBef>
          <a:spcPct val="20000"/>
        </a:spcBef>
        <a:buFont typeface="Arial"/>
        <a:buChar char="–"/>
        <a:defRPr sz="3571" kern="1200">
          <a:solidFill>
            <a:schemeClr val="tx1"/>
          </a:solidFill>
          <a:latin typeface="+mn-lt"/>
          <a:ea typeface="+mn-ea"/>
          <a:cs typeface="+mn-cs"/>
        </a:defRPr>
      </a:lvl2pPr>
      <a:lvl3pPr marL="1457897" indent="-291579" algn="l" defTabSz="583159" rtl="0" eaLnBrk="1" latinLnBrk="0" hangingPunct="1">
        <a:spcBef>
          <a:spcPct val="20000"/>
        </a:spcBef>
        <a:buFont typeface="Arial"/>
        <a:buChar char="•"/>
        <a:defRPr sz="3061" kern="1200">
          <a:solidFill>
            <a:schemeClr val="tx1"/>
          </a:solidFill>
          <a:latin typeface="+mn-lt"/>
          <a:ea typeface="+mn-ea"/>
          <a:cs typeface="+mn-cs"/>
        </a:defRPr>
      </a:lvl3pPr>
      <a:lvl4pPr marL="2041055" indent="-291579" algn="l" defTabSz="583159" rtl="0" eaLnBrk="1" latinLnBrk="0" hangingPunct="1">
        <a:spcBef>
          <a:spcPct val="20000"/>
        </a:spcBef>
        <a:buFont typeface="Arial"/>
        <a:buChar char="–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624214" indent="-291579" algn="l" defTabSz="583159" rtl="0" eaLnBrk="1" latinLnBrk="0" hangingPunct="1">
        <a:spcBef>
          <a:spcPct val="20000"/>
        </a:spcBef>
        <a:buFont typeface="Arial"/>
        <a:buChar char="»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07372" indent="-291579" algn="l" defTabSz="583159" rtl="0" eaLnBrk="1" latinLnBrk="0" hangingPunct="1">
        <a:spcBef>
          <a:spcPct val="20000"/>
        </a:spcBef>
        <a:buFont typeface="Arial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790531" indent="-291579" algn="l" defTabSz="583159" rtl="0" eaLnBrk="1" latinLnBrk="0" hangingPunct="1">
        <a:spcBef>
          <a:spcPct val="20000"/>
        </a:spcBef>
        <a:buFont typeface="Arial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373690" indent="-291579" algn="l" defTabSz="583159" rtl="0" eaLnBrk="1" latinLnBrk="0" hangingPunct="1">
        <a:spcBef>
          <a:spcPct val="20000"/>
        </a:spcBef>
        <a:buFont typeface="Arial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4956848" indent="-291579" algn="l" defTabSz="583159" rtl="0" eaLnBrk="1" latinLnBrk="0" hangingPunct="1">
        <a:spcBef>
          <a:spcPct val="20000"/>
        </a:spcBef>
        <a:buFont typeface="Arial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1pPr>
      <a:lvl2pPr marL="583159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2pPr>
      <a:lvl3pPr marL="1166317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3pPr>
      <a:lvl4pPr marL="1749476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4pPr>
      <a:lvl5pPr marL="2332634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5pPr>
      <a:lvl6pPr marL="2915793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6pPr>
      <a:lvl7pPr marL="3498952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7pPr>
      <a:lvl8pPr marL="4082110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8pPr>
      <a:lvl9pPr marL="4665269" algn="l" defTabSz="583159" rtl="0" eaLnBrk="1" latinLnBrk="0" hangingPunct="1">
        <a:defRPr sz="22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920" y="304867"/>
            <a:ext cx="18774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rPr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{{</a:t>
            </a:r>
            <a:r>
              <a:rPr sz="20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仕入先名</a:t>
            </a:r>
            <a:r>
              <a:rPr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}}</a:t>
            </a:r>
          </a:p>
        </p:txBody>
      </p:sp>
      <p:sp>
        <p:nvSpPr>
          <p:cNvPr id="4" name="Rectangle 3"/>
          <p:cNvSpPr/>
          <p:nvPr/>
        </p:nvSpPr>
        <p:spPr>
          <a:xfrm>
            <a:off x="284920" y="1112966"/>
            <a:ext cx="2132971" cy="4081998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8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7639" y="2920709"/>
            <a:ext cx="1287533" cy="3279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rPr sz="1531" dirty="0">
                <a:latin typeface="Meiryo UI" panose="020B0604030504040204" pitchFamily="50" charset="-128"/>
                <a:ea typeface="Meiryo UI" panose="020B0604030504040204" pitchFamily="50" charset="-128"/>
              </a:rPr>
              <a:t>{{画像_1}}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80788"/>
              </p:ext>
            </p:extLst>
          </p:nvPr>
        </p:nvGraphicFramePr>
        <p:xfrm>
          <a:off x="2550160" y="1112966"/>
          <a:ext cx="4110087" cy="4081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0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商品名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{{商品名_1}}</a:t>
                      </a:r>
                      <a:endParaRPr lang="ja-JP" altLang="en-US" sz="11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容量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{{容量_1}}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単位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{{単位_1}}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MOQ</a:t>
                      </a: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{{MOQ_1}}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温度帯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{{温度帯_1}}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賞味期限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{{賞味期限_1}}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価格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0000"/>
                          </a:solidFill>
                        </a:defRPr>
                      </a:pPr>
                      <a:r>
                        <a:rPr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{{価格_1}}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参考上代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{{参考上代_1}}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商品説明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{{商品説明_1}}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84920" y="5352641"/>
            <a:ext cx="2132971" cy="4081998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8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7639" y="7352593"/>
            <a:ext cx="1287533" cy="3279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rPr sz="1531" dirty="0">
                <a:latin typeface="Meiryo UI" panose="020B0604030504040204" pitchFamily="50" charset="-128"/>
                <a:ea typeface="Meiryo UI" panose="020B0604030504040204" pitchFamily="50" charset="-128"/>
              </a:rPr>
              <a:t>{{画像_2}}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786885"/>
              </p:ext>
            </p:extLst>
          </p:nvPr>
        </p:nvGraphicFramePr>
        <p:xfrm>
          <a:off x="2550160" y="5352641"/>
          <a:ext cx="4110087" cy="40819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0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商品名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{{商品名_2}}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容量</a:t>
                      </a: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{{容量_2}}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単位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{{単位_2}}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MOQ</a:t>
                      </a: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{{MOQ_2}}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温度帯</a:t>
                      </a: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{{温度帯_2}}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賞味期限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{{賞味期限_2}}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価格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40000"/>
                          </a:solidFill>
                        </a:defRPr>
                      </a:pPr>
                      <a:r>
                        <a:rPr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{{価格_2}}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参考上代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{{参考上代_2}}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55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3366"/>
                          </a:solidFill>
                        </a:defRPr>
                      </a:pPr>
                      <a:r>
                        <a:rPr sz="1400" dirty="0" err="1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商品説明</a:t>
                      </a:r>
                      <a:endParaRPr sz="14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116629" marR="116629" marT="58314" marB="58314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rPr sz="11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{{商品説明_2}}</a:t>
                      </a:r>
                    </a:p>
                  </a:txBody>
                  <a:tcPr marL="116629" marR="116629" marT="58314" marB="583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0957663-3996-4BAD-A95C-F36494B12529}"/>
              </a:ext>
            </a:extLst>
          </p:cNvPr>
          <p:cNvGrpSpPr/>
          <p:nvPr/>
        </p:nvGrpSpPr>
        <p:grpSpPr>
          <a:xfrm>
            <a:off x="4509121" y="471361"/>
            <a:ext cx="2063959" cy="414510"/>
            <a:chOff x="5715000" y="267652"/>
            <a:chExt cx="6629400" cy="1331404"/>
          </a:xfrm>
        </p:grpSpPr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EFFC1ED5-C7DF-4097-A4CA-DD27DE7A6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5000" y="267652"/>
              <a:ext cx="6629400" cy="790575"/>
            </a:xfrm>
            <a:prstGeom prst="rect">
              <a:avLst/>
            </a:prstGeom>
          </p:spPr>
        </p:pic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F63507AC-7C53-40C8-B73D-463A00B0B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06475" y="1214628"/>
              <a:ext cx="4246450" cy="3844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121</Words>
  <Application>Microsoft Office PowerPoint</Application>
  <PresentationFormat>A4 210 x 297 mm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 UI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大阪ＳＮＪ新日本海商事</cp:lastModifiedBy>
  <cp:revision>6</cp:revision>
  <dcterms:created xsi:type="dcterms:W3CDTF">2013-01-27T09:14:16Z</dcterms:created>
  <dcterms:modified xsi:type="dcterms:W3CDTF">2026-02-03T01:12:15Z</dcterms:modified>
  <cp:category/>
</cp:coreProperties>
</file>